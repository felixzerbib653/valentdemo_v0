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COMPLEXITY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audit source. Every framework answered.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is stable. The questions asked of it are not.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103120" cy="2880360"/>
          </a:xfrm>
          <a:prstGeom prst="rect">
            <a:avLst/>
          </a:prstGeom>
          <a:solidFill>
            <a:srgbClr val="141C2E"/>
          </a:solidFill>
          <a:ln w="9525">
            <a:solidFill>
              <a:srgbClr val="1F2B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45720" cy="28803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581912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AUDIT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180136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source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2295144"/>
            <a:ext cx="54864" cy="5486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221992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2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 registration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8368" y="2551176"/>
            <a:ext cx="54864" cy="5486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47802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2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§607 product listing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" y="2807208"/>
            <a:ext cx="54864" cy="5486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734056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2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· certificates of analysis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" y="3063240"/>
            <a:ext cx="54864" cy="5486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2990088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2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SDS · safety data sheets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" y="3319272"/>
            <a:ext cx="54864" cy="5486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2461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2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&amp; chain-of-custody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" y="3575304"/>
            <a:ext cx="54864" cy="5486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3502152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2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/ INCI identity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" y="3831336"/>
            <a:ext cx="54864" cy="5486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75818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2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Allergen declarations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" y="397764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C5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schema. The supplier doesn't re-submit.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0" y="1417320"/>
            <a:ext cx="1508760" cy="2880360"/>
          </a:xfrm>
          <a:prstGeom prst="rect">
            <a:avLst/>
          </a:prstGeom>
          <a:solidFill>
            <a:srgbClr val="18223A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907792" y="158191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VALENT AGENTIC LAYER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07792" y="1874520"/>
            <a:ext cx="1179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once.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N ways.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907792" y="2807208"/>
            <a:ext cx="128016" cy="1828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07792" y="286207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2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specs in plain language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907792" y="3191256"/>
            <a:ext cx="128016" cy="1828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07792" y="3246120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2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projected onto each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907792" y="3575304"/>
            <a:ext cx="128016" cy="1828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07792" y="3630168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2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Re-answers on update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907792" y="3840480"/>
            <a:ext cx="1179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specs. Not a rules engine.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615184" y="2857500"/>
            <a:ext cx="73152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306824" y="2857500"/>
            <a:ext cx="73152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434840" y="1417320"/>
            <a:ext cx="2071116" cy="1385316"/>
          </a:xfrm>
          <a:prstGeom prst="rect">
            <a:avLst/>
          </a:prstGeom>
          <a:solidFill>
            <a:srgbClr val="141C2E"/>
          </a:solidFill>
          <a:ln w="9525">
            <a:solidFill>
              <a:srgbClr val="1F2B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434840" y="1417320"/>
            <a:ext cx="36576" cy="138531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1536192"/>
            <a:ext cx="17785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81144" y="1828800"/>
            <a:ext cx="17785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MoCRA §606 / §607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81144" y="2048256"/>
            <a:ext cx="17785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2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+ listing · active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81144" y="2304288"/>
            <a:ext cx="17785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§608 safety substantiation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81144" y="2523744"/>
            <a:ext cx="17785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2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responsible-person obligation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615684" y="1417320"/>
            <a:ext cx="2071116" cy="1385316"/>
          </a:xfrm>
          <a:prstGeom prst="rect">
            <a:avLst/>
          </a:prstGeom>
          <a:solidFill>
            <a:srgbClr val="141C2E"/>
          </a:solidFill>
          <a:ln w="9525">
            <a:solidFill>
              <a:srgbClr val="1F2B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615684" y="1417320"/>
            <a:ext cx="36576" cy="13853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1988" y="1536192"/>
            <a:ext cx="17785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61988" y="1828800"/>
            <a:ext cx="17785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Prop 65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61988" y="2048256"/>
            <a:ext cx="17785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2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add-list refreshed quarterly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761988" y="2304288"/>
            <a:ext cx="17785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AB 2762 · WA TFCA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761988" y="2523744"/>
            <a:ext cx="17785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2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intentional-add bans · rolling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434840" y="2912364"/>
            <a:ext cx="2071116" cy="1385316"/>
          </a:xfrm>
          <a:prstGeom prst="rect">
            <a:avLst/>
          </a:prstGeom>
          <a:solidFill>
            <a:srgbClr val="141C2E"/>
          </a:solidFill>
          <a:ln w="9525">
            <a:solidFill>
              <a:srgbClr val="1F2B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434840" y="2912364"/>
            <a:ext cx="36576" cy="13853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81144" y="3031236"/>
            <a:ext cx="17785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81144" y="3323844"/>
            <a:ext cx="17785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Sephora Clean+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581144" y="3543300"/>
            <a:ext cx="17785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2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restricted · annual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81144" y="3799332"/>
            <a:ext cx="17785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· Credo · Ulta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581144" y="4018788"/>
            <a:ext cx="17785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2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ships its own RSL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615684" y="2912364"/>
            <a:ext cx="2071116" cy="1385316"/>
          </a:xfrm>
          <a:prstGeom prst="rect">
            <a:avLst/>
          </a:prstGeom>
          <a:solidFill>
            <a:srgbClr val="141C2E"/>
          </a:solidFill>
          <a:ln w="9525">
            <a:solidFill>
              <a:srgbClr val="1F2B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615684" y="2912364"/>
            <a:ext cx="36576" cy="13853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61988" y="3031236"/>
            <a:ext cx="17785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 +  EXPORT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761988" y="3323844"/>
            <a:ext cx="17785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L'Oréal · Estée · P&amp;G RSLs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761988" y="3543300"/>
            <a:ext cx="17785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2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per-brand, per-SKU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761988" y="3799332"/>
            <a:ext cx="17785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22716 · EU CPNP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761988" y="4018788"/>
            <a:ext cx="17785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2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3-yr recert · CLP periodic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" y="4416552"/>
            <a:ext cx="8229600" cy="329184"/>
          </a:xfrm>
          <a:prstGeom prst="rect">
            <a:avLst/>
          </a:prstGeom>
          <a:solidFill>
            <a:srgbClr val="141C2E"/>
          </a:solidFill>
          <a:ln w="6350">
            <a:solidFill>
              <a:srgbClr val="1F2B4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57200" y="4416552"/>
            <a:ext cx="45720" cy="3291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8368" y="4416552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move. The audit doesn't re-run. </a:t>
            </a:r>
            <a:pPr algn="l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answers do.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457200" y="4828032"/>
            <a:ext cx="320040" cy="1828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8737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VALENT TRUST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3200400" y="48737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APRIL 2026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772400" y="48737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Valent Trust — The complexity layer</dc:title>
  <dc:subject>PptxGenJS Presentation</dc:subject>
  <dc:creator>Valent Trust</dc:creator>
  <cp:lastModifiedBy>Valent Trust</cp:lastModifiedBy>
  <cp:revision>1</cp:revision>
  <dcterms:created xsi:type="dcterms:W3CDTF">2026-04-21T14:07:31Z</dcterms:created>
  <dcterms:modified xsi:type="dcterms:W3CDTF">2026-04-21T14:07:31Z</dcterms:modified>
</cp:coreProperties>
</file>