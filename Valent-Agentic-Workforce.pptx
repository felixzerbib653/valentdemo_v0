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workforce at Valent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agents, one compliance workflow.  </a:t>
            </a:r>
            <a:pPr algn="l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wedge</a:t>
            </a:r>
            <a:pPr algn="l" indent="0" marL="0">
              <a:buNone/>
            </a:pPr>
            <a:r>
              <a:rPr lang="en-US" sz="14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l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expansion</a:t>
            </a:r>
            <a:pPr algn="l" indent="0" marL="0">
              <a:buNone/>
            </a:pPr>
            <a:r>
              <a:rPr lang="en-US" sz="140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·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15544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or landing in the demo · human-in-the-loop on every consequential action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486553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75688"/>
            <a:ext cx="1157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350008"/>
            <a:ext cx="1157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2807208"/>
            <a:ext cx="115736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fields from supplier documents on arrival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362559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566160"/>
            <a:ext cx="1020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auto, review &lt;90%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98617" y="273862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144921" y="1965960"/>
            <a:ext cx="1486553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44921" y="196596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9513" y="2075688"/>
            <a:ext cx="1157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09513" y="2350008"/>
            <a:ext cx="1157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309513" y="2807208"/>
            <a:ext cx="115736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pillars for expiring, aging, conflicting evidence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09513" y="362559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6673" y="3566160"/>
            <a:ext cx="1020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94898" y="273862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741202" y="1965960"/>
            <a:ext cx="1486553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1202" y="196596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05794" y="2075688"/>
            <a:ext cx="1157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05794" y="2350008"/>
            <a:ext cx="1157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05794" y="2807208"/>
            <a:ext cx="115736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issues with one-click suggested remediations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05794" y="362559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42954" y="3566160"/>
            <a:ext cx="1020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91179" y="273862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337483" y="1965960"/>
            <a:ext cx="1486553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37483" y="196596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2075" y="2075688"/>
            <a:ext cx="1157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02075" y="2350008"/>
            <a:ext cx="1157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502075" y="2807208"/>
            <a:ext cx="115736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supplier trust from seven weighted pillars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02075" y="362559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39235" y="3566160"/>
            <a:ext cx="1020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auto, derived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87461" y="273862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933765" y="1965960"/>
            <a:ext cx="1486553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33765" y="196596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98357" y="2075688"/>
            <a:ext cx="1157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98357" y="2350008"/>
            <a:ext cx="1157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098357" y="2807208"/>
            <a:ext cx="115736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today's work by deadline x severity x impact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98357" y="362559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35517" y="3566160"/>
            <a:ext cx="1020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auto-ranked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83742" y="273862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8530046" y="1965960"/>
            <a:ext cx="1486553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530046" y="196596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94638" y="2075688"/>
            <a:ext cx="1157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694638" y="2350008"/>
            <a:ext cx="1157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8694638" y="2807208"/>
            <a:ext cx="115736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supplier outreach; user reviews before send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694638" y="362559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31798" y="3566160"/>
            <a:ext cx="1020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980023" y="273862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10126327" y="1965960"/>
            <a:ext cx="1486553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F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126327" y="196596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90919" y="2075688"/>
            <a:ext cx="1157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290919" y="2350008"/>
            <a:ext cx="1157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0290919" y="2807208"/>
            <a:ext cx="115736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Pre-assembles audit artifacts for buyer handoff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290919" y="362559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28079" y="3566160"/>
            <a:ext cx="10202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9525">
            <a:solidFill>
              <a:srgbClr val="E6E9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AREAS · 2027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206240" y="43434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automation · widen TAM · compound the evidence flywheel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4754880"/>
            <a:ext cx="2642616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22D3EE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749808" y="49011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49808" y="51023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749808" y="554126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Ingredient-level change control across BOMs. Opens the Rachel (Quality) surface — reformulation without re-keying.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355848" y="4754880"/>
            <a:ext cx="2642616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22D3EE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3557016" y="49011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557016" y="51023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3557016" y="554126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evidence decay plus supplier-swap recommendations. The data flywheel compounds as we accumulate scans.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163056" y="4754880"/>
            <a:ext cx="2642616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22D3EE"/>
            </a:solidFill>
            <a:prstDash val="dash"/>
          </a:ln>
        </p:spPr>
      </p:sp>
      <p:sp>
        <p:nvSpPr>
          <p:cNvPr id="73" name="Text 71"/>
          <p:cNvSpPr/>
          <p:nvPr/>
        </p:nvSpPr>
        <p:spPr>
          <a:xfrm>
            <a:off x="6364224" y="49011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364224" y="51023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6364224" y="554126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autonomous chase loops. Human review shifts from every send to exception-only as supplier trust calibrates.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970264" y="4754880"/>
            <a:ext cx="2642616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22D3EE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9171432" y="49011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171432" y="51023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9171432" y="554126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beyond MoCRA — ISO 22716, cGMP, state-level AB2762 / Prop 65. Same agents, new pillar sets.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 Trust · Agentic workforce roadmap · 2026 Q2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035040" y="64739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</a:t>
            </a:r>
            <a:pPr algn="r" indent="0" marL="0">
              <a:buNone/>
            </a:pPr>
            <a:r>
              <a:rPr lang="en-US" sz="900" i="1" dirty="0">
                <a:solidFill>
                  <a:srgbClr val="34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in the chrome, not on a page.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Valent — Agentic workforce roadmap</dc:title>
  <dc:subject>PptxGenJS Presentation</dc:subject>
  <dc:creator>Valent Trust</dc:creator>
  <cp:lastModifiedBy>Valent Trust</cp:lastModifiedBy>
  <cp:revision>1</cp:revision>
  <dcterms:created xsi:type="dcterms:W3CDTF">2026-04-21T13:09:42Z</dcterms:created>
  <dcterms:modified xsi:type="dcterms:W3CDTF">2026-04-21T13:09:42Z</dcterms:modified>
</cp:coreProperties>
</file>